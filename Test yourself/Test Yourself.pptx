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4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94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34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3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92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28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8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008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4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44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09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86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0B8A-5BA3-4CD3-A500-C288B730EEE2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09F5C-CED0-4B6A-88DD-CA183AB0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520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4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600" b="1" dirty="0" smtClean="0"/>
              <a:t>Test Yourself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sz="3600" dirty="0" smtClean="0"/>
              <a:t>online quiz website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2696308" cy="1655762"/>
          </a:xfrm>
        </p:spPr>
        <p:txBody>
          <a:bodyPr>
            <a:normAutofit/>
          </a:bodyPr>
          <a:lstStyle/>
          <a:p>
            <a:pPr algn="l"/>
            <a:r>
              <a:rPr lang="en-IN" sz="1600" dirty="0" smtClean="0"/>
              <a:t>Challenge your self</a:t>
            </a:r>
            <a:endParaRPr lang="en-IN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8112035" y="5257800"/>
            <a:ext cx="38404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Name: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 smtClean="0"/>
              <a:t>Prathamesh</a:t>
            </a:r>
            <a:r>
              <a:rPr lang="en-IN" dirty="0" smtClean="0"/>
              <a:t>  </a:t>
            </a:r>
            <a:r>
              <a:rPr lang="en-IN" dirty="0" err="1" smtClean="0"/>
              <a:t>Balasaheb</a:t>
            </a:r>
            <a:r>
              <a:rPr lang="en-IN" dirty="0" smtClean="0"/>
              <a:t> </a:t>
            </a:r>
            <a:r>
              <a:rPr lang="en-IN" dirty="0" err="1" smtClean="0"/>
              <a:t>Dehade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 smtClean="0"/>
              <a:t>Shaad</a:t>
            </a:r>
            <a:endParaRPr lang="en-IN" dirty="0"/>
          </a:p>
          <a:p>
            <a:r>
              <a:rPr lang="en-IN" dirty="0" smtClean="0"/>
              <a:t>Roll no: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56669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4800" b="1" dirty="0" smtClean="0">
                <a:solidFill>
                  <a:schemeClr val="bg1"/>
                </a:solidFill>
              </a:rPr>
              <a:t>Introduction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7830" y="2138289"/>
            <a:ext cx="59566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“Interactive online quiz website</a:t>
            </a:r>
            <a:r>
              <a:rPr lang="en-IN" dirty="0" smtClean="0">
                <a:solidFill>
                  <a:schemeClr val="bg1"/>
                </a:solidFill>
              </a:rPr>
              <a:t>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“Helps users practice and </a:t>
            </a:r>
            <a:r>
              <a:rPr lang="en-IN" dirty="0" smtClean="0">
                <a:solidFill>
                  <a:schemeClr val="bg1"/>
                </a:solidFill>
              </a:rPr>
              <a:t>Designed </a:t>
            </a:r>
            <a:r>
              <a:rPr lang="en-IN" dirty="0">
                <a:solidFill>
                  <a:schemeClr val="bg1"/>
                </a:solidFill>
              </a:rPr>
              <a:t>for  </a:t>
            </a:r>
            <a:r>
              <a:rPr lang="en-IN" dirty="0" smtClean="0">
                <a:solidFill>
                  <a:schemeClr val="bg1"/>
                </a:solidFill>
              </a:rPr>
              <a:t>all </a:t>
            </a:r>
            <a:r>
              <a:rPr lang="en-IN" dirty="0">
                <a:solidFill>
                  <a:schemeClr val="bg1"/>
                </a:solidFill>
              </a:rPr>
              <a:t>age </a:t>
            </a:r>
            <a:r>
              <a:rPr lang="en-IN" dirty="0" smtClean="0">
                <a:solidFill>
                  <a:schemeClr val="bg1"/>
                </a:solidFill>
              </a:rPr>
              <a:t>groups:   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      Kids</a:t>
            </a:r>
            <a:r>
              <a:rPr lang="en-IN" dirty="0">
                <a:solidFill>
                  <a:schemeClr val="bg1"/>
                </a:solidFill>
              </a:rPr>
              <a:t>, Teens, Adults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” </a:t>
            </a:r>
            <a:r>
              <a:rPr lang="en-IN" dirty="0">
                <a:solidFill>
                  <a:schemeClr val="bg1"/>
                </a:solidFill>
              </a:rPr>
              <a:t>knowledge in different subjects</a:t>
            </a:r>
            <a:r>
              <a:rPr lang="en-IN" dirty="0" smtClean="0">
                <a:solidFill>
                  <a:schemeClr val="bg1"/>
                </a:solidFill>
              </a:rPr>
              <a:t>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14"/>
          <a:stretch/>
        </p:blipFill>
        <p:spPr>
          <a:xfrm>
            <a:off x="7391400" y="1965008"/>
            <a:ext cx="3962400" cy="489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3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297180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dirty="0">
                <a:solidFill>
                  <a:schemeClr val="bg1"/>
                </a:solidFill>
                <a:latin typeface="+mj-lt"/>
              </a:rPr>
              <a:t>Home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359460"/>
            <a:ext cx="10492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Landing page for the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Options to Login or </a:t>
            </a:r>
            <a:r>
              <a:rPr lang="en-IN" b="1" dirty="0" err="1" smtClean="0">
                <a:solidFill>
                  <a:schemeClr val="bg1"/>
                </a:solidFill>
              </a:rPr>
              <a:t>egister</a:t>
            </a:r>
            <a:endParaRPr lang="en-IN" b="1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Welcoming interface for users to quizzes.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 smtClean="0">
                <a:solidFill>
                  <a:schemeClr val="bg1"/>
                </a:solidFill>
              </a:rPr>
              <a:t>Navbar</a:t>
            </a:r>
            <a:r>
              <a:rPr lang="en-IN" b="1" dirty="0" smtClean="0">
                <a:solidFill>
                  <a:schemeClr val="bg1"/>
                </a:solidFill>
              </a:rPr>
              <a:t>:  Home ,  About, How to plat ,  Quiz Category,  Login, </a:t>
            </a:r>
            <a:r>
              <a:rPr lang="en-IN" b="1" dirty="0" err="1" smtClean="0">
                <a:solidFill>
                  <a:schemeClr val="bg1"/>
                </a:solidFill>
              </a:rPr>
              <a:t>Registeration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97" y="2559789"/>
            <a:ext cx="9202391" cy="413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61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297180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dirty="0" smtClean="0">
                <a:solidFill>
                  <a:schemeClr val="bg1"/>
                </a:solidFill>
                <a:latin typeface="+mj-lt"/>
              </a:rPr>
              <a:t>About </a:t>
            </a:r>
            <a:r>
              <a:rPr lang="en-IN" sz="4900" dirty="0">
                <a:solidFill>
                  <a:schemeClr val="bg1"/>
                </a:solidFill>
                <a:latin typeface="+mj-lt"/>
              </a:rPr>
              <a:t>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359460"/>
            <a:ext cx="10492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solidFill>
                  <a:schemeClr val="bg1"/>
                </a:solidFill>
              </a:rPr>
              <a:t>Test Yourself</a:t>
            </a:r>
            <a:r>
              <a:rPr lang="en-IN" dirty="0">
                <a:solidFill>
                  <a:schemeClr val="bg1"/>
                </a:solidFill>
              </a:rPr>
              <a:t> is an interactive quiz website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Designed to help users </a:t>
            </a:r>
            <a:r>
              <a:rPr lang="en-IN" b="1" dirty="0">
                <a:solidFill>
                  <a:schemeClr val="bg1"/>
                </a:solidFill>
              </a:rPr>
              <a:t>practice, learn, and test knowledge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Offers </a:t>
            </a:r>
            <a:r>
              <a:rPr lang="en-IN" b="1" dirty="0">
                <a:solidFill>
                  <a:schemeClr val="bg1"/>
                </a:solidFill>
              </a:rPr>
              <a:t>multiple subjects</a:t>
            </a:r>
            <a:r>
              <a:rPr lang="en-IN" dirty="0">
                <a:solidFill>
                  <a:schemeClr val="bg1"/>
                </a:solidFill>
              </a:rPr>
              <a:t> and </a:t>
            </a:r>
            <a:r>
              <a:rPr lang="en-IN" b="1" dirty="0">
                <a:solidFill>
                  <a:schemeClr val="bg1"/>
                </a:solidFill>
              </a:rPr>
              <a:t>age-based categories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Simple, engaging, and user-friendly interface.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2559789"/>
            <a:ext cx="10081260" cy="406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0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297180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dirty="0" smtClean="0">
                <a:solidFill>
                  <a:schemeClr val="bg1"/>
                </a:solidFill>
                <a:latin typeface="+mj-lt"/>
              </a:rPr>
              <a:t>How to play </a:t>
            </a:r>
            <a:r>
              <a:rPr lang="en-IN" sz="4900" dirty="0">
                <a:solidFill>
                  <a:schemeClr val="bg1"/>
                </a:solidFill>
                <a:latin typeface="+mj-lt"/>
              </a:rPr>
              <a:t>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970" y="1267127"/>
            <a:ext cx="104927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Login/Register</a:t>
            </a: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</a:rPr>
              <a:t>to get </a:t>
            </a:r>
            <a:r>
              <a:rPr lang="en-IN" dirty="0" smtClean="0">
                <a:solidFill>
                  <a:schemeClr val="bg1"/>
                </a:solidFill>
              </a:rPr>
              <a:t>started.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C</a:t>
            </a:r>
            <a:r>
              <a:rPr lang="en-IN" b="1" dirty="0" smtClean="0">
                <a:solidFill>
                  <a:schemeClr val="bg1"/>
                </a:solidFill>
              </a:rPr>
              <a:t>hoose </a:t>
            </a:r>
            <a:r>
              <a:rPr lang="en-IN" b="1" dirty="0">
                <a:solidFill>
                  <a:schemeClr val="bg1"/>
                </a:solidFill>
              </a:rPr>
              <a:t>your Age Category</a:t>
            </a:r>
            <a:r>
              <a:rPr lang="en-IN" dirty="0">
                <a:solidFill>
                  <a:schemeClr val="bg1"/>
                </a:solidFill>
              </a:rPr>
              <a:t> (Kids, Teens, Adults</a:t>
            </a:r>
            <a:r>
              <a:rPr lang="en-IN" dirty="0" smtClean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Select </a:t>
            </a:r>
            <a:r>
              <a:rPr lang="en-IN" b="1" dirty="0">
                <a:solidFill>
                  <a:schemeClr val="bg1"/>
                </a:solidFill>
              </a:rPr>
              <a:t>a Subject</a:t>
            </a:r>
            <a:r>
              <a:rPr lang="en-IN" dirty="0">
                <a:solidFill>
                  <a:schemeClr val="bg1"/>
                </a:solidFill>
              </a:rPr>
              <a:t> (Math, Science, GK, etc</a:t>
            </a:r>
            <a:r>
              <a:rPr lang="en-IN" dirty="0" smtClean="0">
                <a:solidFill>
                  <a:schemeClr val="bg1"/>
                </a:solidFill>
              </a:rPr>
              <a:t>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Read </a:t>
            </a:r>
            <a:r>
              <a:rPr lang="en-IN" b="1" dirty="0">
                <a:solidFill>
                  <a:schemeClr val="bg1"/>
                </a:solidFill>
              </a:rPr>
              <a:t>the Instructions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smtClean="0">
                <a:solidFill>
                  <a:schemeClr val="bg1"/>
                </a:solidFill>
              </a:rPr>
              <a:t>carefully.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Start </a:t>
            </a:r>
            <a:r>
              <a:rPr lang="en-IN" b="1" dirty="0">
                <a:solidFill>
                  <a:schemeClr val="bg1"/>
                </a:solidFill>
              </a:rPr>
              <a:t>the Quiz</a:t>
            </a:r>
            <a:r>
              <a:rPr lang="en-IN" dirty="0">
                <a:solidFill>
                  <a:schemeClr val="bg1"/>
                </a:solidFill>
              </a:rPr>
              <a:t> – 20 Questions, 3 questions per page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Complete within 2 minutes</a:t>
            </a:r>
            <a:r>
              <a:rPr lang="en-IN" dirty="0">
                <a:solidFill>
                  <a:schemeClr val="bg1"/>
                </a:solidFill>
              </a:rPr>
              <a:t> (timer runs on </a:t>
            </a:r>
            <a:r>
              <a:rPr lang="en-IN" dirty="0" smtClean="0">
                <a:solidFill>
                  <a:schemeClr val="bg1"/>
                </a:solidFill>
              </a:rPr>
              <a:t>screen).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Submit </a:t>
            </a:r>
            <a:r>
              <a:rPr lang="en-IN" b="1" dirty="0">
                <a:solidFill>
                  <a:schemeClr val="bg1"/>
                </a:solidFill>
              </a:rPr>
              <a:t>&amp; View Score</a:t>
            </a:r>
            <a:r>
              <a:rPr lang="en-IN" dirty="0">
                <a:solidFill>
                  <a:schemeClr val="bg1"/>
                </a:solidFill>
              </a:rPr>
              <a:t> with options to </a:t>
            </a:r>
            <a:r>
              <a:rPr lang="en-IN" b="1" dirty="0">
                <a:solidFill>
                  <a:schemeClr val="bg1"/>
                </a:solidFill>
              </a:rPr>
              <a:t>Retry</a:t>
            </a:r>
            <a:r>
              <a:rPr lang="en-IN" dirty="0">
                <a:solidFill>
                  <a:schemeClr val="bg1"/>
                </a:solidFill>
              </a:rPr>
              <a:t> or </a:t>
            </a:r>
            <a:r>
              <a:rPr lang="en-IN" b="1" dirty="0">
                <a:solidFill>
                  <a:schemeClr val="bg1"/>
                </a:solidFill>
              </a:rPr>
              <a:t>Return to Main Menu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353522"/>
            <a:ext cx="8343900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4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297180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b="1" dirty="0" smtClean="0">
                <a:solidFill>
                  <a:schemeClr val="bg1"/>
                </a:solidFill>
                <a:latin typeface="+mj-lt"/>
              </a:rPr>
              <a:t>Age Category </a:t>
            </a:r>
            <a:r>
              <a:rPr lang="en-IN" sz="4900" b="1" dirty="0" smtClean="0">
                <a:solidFill>
                  <a:schemeClr val="bg1"/>
                </a:solidFill>
                <a:latin typeface="+mj-lt"/>
              </a:rPr>
              <a:t>Page</a:t>
            </a:r>
            <a:endParaRPr lang="en-IN" sz="4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2970" y="1267127"/>
            <a:ext cx="104927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Users select their </a:t>
            </a:r>
            <a:r>
              <a:rPr lang="en-IN" b="1" dirty="0">
                <a:solidFill>
                  <a:schemeClr val="bg1"/>
                </a:solidFill>
              </a:rPr>
              <a:t>age group</a:t>
            </a:r>
            <a:r>
              <a:rPr lang="en-IN" dirty="0">
                <a:solidFill>
                  <a:schemeClr val="bg1"/>
                </a:solidFill>
              </a:rPr>
              <a:t> before starting the </a:t>
            </a:r>
            <a:r>
              <a:rPr lang="en-IN" dirty="0" smtClean="0">
                <a:solidFill>
                  <a:schemeClr val="bg1"/>
                </a:solidFill>
              </a:rPr>
              <a:t>quiz.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Categories </a:t>
            </a:r>
            <a:r>
              <a:rPr lang="en-IN" dirty="0">
                <a:solidFill>
                  <a:schemeClr val="bg1"/>
                </a:solidFill>
              </a:rPr>
              <a:t>ensure </a:t>
            </a:r>
            <a:r>
              <a:rPr lang="en-IN" b="1" dirty="0">
                <a:solidFill>
                  <a:schemeClr val="bg1"/>
                </a:solidFill>
              </a:rPr>
              <a:t>questions are </a:t>
            </a:r>
            <a:r>
              <a:rPr lang="en-IN" b="1" dirty="0" smtClean="0">
                <a:solidFill>
                  <a:schemeClr val="bg1"/>
                </a:solidFill>
              </a:rPr>
              <a:t>age-appropriate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Example </a:t>
            </a:r>
            <a:r>
              <a:rPr lang="en-IN" dirty="0">
                <a:solidFill>
                  <a:schemeClr val="bg1"/>
                </a:solidFill>
              </a:rPr>
              <a:t>categories: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👶 Kids (8–12 years)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🧒 Teens (13–18 years)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👩‍🎓 Adults (18+ </a:t>
            </a:r>
            <a:r>
              <a:rPr lang="en-IN" dirty="0" smtClean="0">
                <a:solidFill>
                  <a:schemeClr val="bg1"/>
                </a:solidFill>
              </a:rPr>
              <a:t>years)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Makes the quiz </a:t>
            </a:r>
            <a:r>
              <a:rPr lang="en-IN" b="1" dirty="0" smtClean="0">
                <a:solidFill>
                  <a:schemeClr val="bg1"/>
                </a:solidFill>
              </a:rPr>
              <a:t>personalized and fair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232912"/>
            <a:ext cx="8046720" cy="362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0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297180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b="1" dirty="0" smtClean="0">
                <a:solidFill>
                  <a:schemeClr val="bg1"/>
                </a:solidFill>
                <a:latin typeface="+mj-lt"/>
              </a:rPr>
              <a:t>Login &amp; Registration</a:t>
            </a:r>
            <a:endParaRPr lang="en-IN" sz="4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" y="1359460"/>
            <a:ext cx="10492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Users Create a new account or login to continue.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Secure and easy-to-use 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1"/>
                </a:solidFill>
              </a:rPr>
              <a:t>Ensures personalized quiz experience.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25" y="2697480"/>
            <a:ext cx="3896269" cy="41579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167" y="1961467"/>
            <a:ext cx="3781953" cy="48965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" y="2282790"/>
            <a:ext cx="5189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solidFill>
                  <a:schemeClr val="bg1"/>
                </a:solidFill>
              </a:rPr>
              <a:t>Login page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65167" y="1531620"/>
            <a:ext cx="3781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Registration Page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099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5790" y="239362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b="1" dirty="0" smtClean="0">
                <a:solidFill>
                  <a:schemeClr val="bg1"/>
                </a:solidFill>
                <a:latin typeface="+mj-lt"/>
              </a:rPr>
              <a:t>Age Group Selection</a:t>
            </a:r>
            <a:endParaRPr lang="en-IN" sz="4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" y="1208649"/>
            <a:ext cx="104927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Users select their </a:t>
            </a:r>
            <a:r>
              <a:rPr lang="en-IN" b="1" dirty="0">
                <a:solidFill>
                  <a:schemeClr val="bg1"/>
                </a:solidFill>
              </a:rPr>
              <a:t>age group</a:t>
            </a:r>
            <a:r>
              <a:rPr lang="en-IN" dirty="0">
                <a:solidFill>
                  <a:schemeClr val="bg1"/>
                </a:solidFill>
              </a:rPr>
              <a:t> before starting the quiz.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Categories ensure </a:t>
            </a:r>
            <a:r>
              <a:rPr lang="en-IN" b="1" dirty="0">
                <a:solidFill>
                  <a:schemeClr val="bg1"/>
                </a:solidFill>
              </a:rPr>
              <a:t>questions are age-appropriate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Example categories</a:t>
            </a:r>
            <a:r>
              <a:rPr lang="en-IN" dirty="0" smtClean="0">
                <a:solidFill>
                  <a:schemeClr val="bg1"/>
                </a:solidFill>
              </a:rPr>
              <a:t>: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	7 – 9 Years 			10 – 12 Year			13 – 15 Years		16 – 18 Years			</a:t>
            </a:r>
          </a:p>
          <a:p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dirty="0" smtClean="0">
                <a:solidFill>
                  <a:schemeClr val="bg1"/>
                </a:solidFill>
              </a:rPr>
              <a:t>19 – 21 Years			22- Above 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Makes </a:t>
            </a:r>
            <a:r>
              <a:rPr lang="en-IN" dirty="0">
                <a:solidFill>
                  <a:schemeClr val="bg1"/>
                </a:solidFill>
              </a:rPr>
              <a:t>the quiz </a:t>
            </a:r>
            <a:r>
              <a:rPr lang="en-IN" b="1" dirty="0">
                <a:solidFill>
                  <a:schemeClr val="bg1"/>
                </a:solidFill>
              </a:rPr>
              <a:t>personalized and fair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0" y="2962975"/>
            <a:ext cx="8606789" cy="389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5790" y="362263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b="1" dirty="0" smtClean="0">
                <a:solidFill>
                  <a:schemeClr val="bg1"/>
                </a:solidFill>
                <a:latin typeface="+mj-lt"/>
              </a:rPr>
              <a:t>Features</a:t>
            </a:r>
            <a:endParaRPr lang="en-IN" sz="4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" y="1734429"/>
            <a:ext cx="104927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Title: Key Features of </a:t>
            </a:r>
            <a:r>
              <a:rPr lang="en-IN" sz="2400" b="1" i="1" dirty="0">
                <a:solidFill>
                  <a:schemeClr val="bg1"/>
                </a:solidFill>
              </a:rPr>
              <a:t>Test Yourself</a:t>
            </a:r>
            <a:r>
              <a:rPr lang="en-IN" sz="2400" b="1" dirty="0">
                <a:solidFill>
                  <a:schemeClr val="bg1"/>
                </a:solidFill>
              </a:rPr>
              <a:t> Quiz Website</a:t>
            </a:r>
          </a:p>
          <a:p>
            <a:r>
              <a:rPr lang="en-IN" sz="2400" b="1" dirty="0" smtClean="0">
                <a:solidFill>
                  <a:schemeClr val="bg1"/>
                </a:solidFill>
              </a:rPr>
              <a:t>Content:</a:t>
            </a:r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i="1" dirty="0" smtClean="0">
                <a:solidFill>
                  <a:schemeClr val="bg1"/>
                </a:solidFill>
              </a:rPr>
              <a:t>Test Yourself</a:t>
            </a:r>
            <a:r>
              <a:rPr lang="en-IN" sz="2400" dirty="0" smtClean="0">
                <a:solidFill>
                  <a:schemeClr val="bg1"/>
                </a:solidFill>
              </a:rPr>
              <a:t> is designed to provide an engaging and interactive quiz experience for users of all ages. Its main features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Age-based </a:t>
            </a:r>
            <a:r>
              <a:rPr lang="en-IN" sz="2400" dirty="0">
                <a:solidFill>
                  <a:schemeClr val="bg1"/>
                </a:solidFill>
              </a:rPr>
              <a:t>categories ensure questions are suitable for all </a:t>
            </a:r>
            <a:r>
              <a:rPr lang="en-IN" sz="2400" dirty="0" smtClean="0">
                <a:solidFill>
                  <a:schemeClr val="bg1"/>
                </a:solidFill>
              </a:rPr>
              <a:t>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Multiple </a:t>
            </a:r>
            <a:r>
              <a:rPr lang="en-IN" sz="2400" dirty="0">
                <a:solidFill>
                  <a:schemeClr val="bg1"/>
                </a:solidFill>
              </a:rPr>
              <a:t>subjects like Math, Science, and General </a:t>
            </a:r>
            <a:r>
              <a:rPr lang="en-IN" sz="2400" dirty="0" smtClean="0">
                <a:solidFill>
                  <a:schemeClr val="bg1"/>
                </a:solidFill>
              </a:rPr>
              <a:t>Knowledge.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Timed </a:t>
            </a:r>
            <a:r>
              <a:rPr lang="en-IN" sz="2400" dirty="0">
                <a:solidFill>
                  <a:schemeClr val="bg1"/>
                </a:solidFill>
              </a:rPr>
              <a:t>quizzes with a 2-minute countdown for all 20 </a:t>
            </a:r>
            <a:r>
              <a:rPr lang="en-IN" sz="2400" dirty="0" smtClean="0">
                <a:solidFill>
                  <a:schemeClr val="bg1"/>
                </a:solidFill>
              </a:rPr>
              <a:t>questions.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Three </a:t>
            </a:r>
            <a:r>
              <a:rPr lang="en-IN" sz="2400" dirty="0">
                <a:solidFill>
                  <a:schemeClr val="bg1"/>
                </a:solidFill>
              </a:rPr>
              <a:t>questions displayed per page for easy </a:t>
            </a:r>
            <a:r>
              <a:rPr lang="en-IN" sz="2400" dirty="0" smtClean="0">
                <a:solidFill>
                  <a:schemeClr val="bg1"/>
                </a:solidFill>
              </a:rPr>
              <a:t>navigation.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Users </a:t>
            </a:r>
            <a:r>
              <a:rPr lang="en-IN" sz="2400" dirty="0">
                <a:solidFill>
                  <a:schemeClr val="bg1"/>
                </a:solidFill>
              </a:rPr>
              <a:t>can move back and forth between pages to review </a:t>
            </a:r>
            <a:r>
              <a:rPr lang="en-IN" sz="2400" dirty="0" smtClean="0">
                <a:solidFill>
                  <a:schemeClr val="bg1"/>
                </a:solidFill>
              </a:rPr>
              <a:t>answers.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Instant </a:t>
            </a:r>
            <a:r>
              <a:rPr lang="en-IN" sz="2400" dirty="0">
                <a:solidFill>
                  <a:schemeClr val="bg1"/>
                </a:solidFill>
              </a:rPr>
              <a:t>score calculation after quiz </a:t>
            </a:r>
            <a:r>
              <a:rPr lang="en-IN" sz="2400" dirty="0" smtClean="0">
                <a:solidFill>
                  <a:schemeClr val="bg1"/>
                </a:solidFill>
              </a:rPr>
              <a:t>submission.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Retry </a:t>
            </a:r>
            <a:r>
              <a:rPr lang="en-IN" sz="2400" dirty="0">
                <a:solidFill>
                  <a:schemeClr val="bg1"/>
                </a:solidFill>
              </a:rPr>
              <a:t>option allows users to attempt the quiz </a:t>
            </a:r>
            <a:r>
              <a:rPr lang="en-IN" sz="2400" dirty="0" smtClean="0">
                <a:solidFill>
                  <a:schemeClr val="bg1"/>
                </a:solidFill>
              </a:rPr>
              <a:t>again.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smtClean="0">
                <a:solidFill>
                  <a:schemeClr val="bg1"/>
                </a:solidFill>
              </a:rPr>
              <a:t>Simple</a:t>
            </a:r>
            <a:r>
              <a:rPr lang="en-IN" sz="2400" dirty="0">
                <a:solidFill>
                  <a:schemeClr val="bg1"/>
                </a:solidFill>
              </a:rPr>
              <a:t>, user-friendly, and engaging interface for all ages.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79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5790" y="362263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b="1" dirty="0" smtClean="0">
                <a:solidFill>
                  <a:schemeClr val="bg1"/>
                </a:solidFill>
                <a:latin typeface="+mj-lt"/>
              </a:rPr>
              <a:t>Data Flow</a:t>
            </a:r>
            <a:endParaRPr lang="en-IN" sz="4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" y="1734429"/>
            <a:ext cx="104927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Step-by-Step Quiz Flow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Content:</a:t>
            </a:r>
          </a:p>
          <a:p>
            <a:r>
              <a:rPr lang="en-IN" sz="2400" dirty="0">
                <a:solidFill>
                  <a:schemeClr val="bg1"/>
                </a:solidFill>
              </a:rPr>
              <a:t>The quiz website follows a smooth and intuitive workflow designed to guide the user from start to finish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smtClean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Users start at the Home Page with login, About, and How to Play </a:t>
            </a:r>
            <a:r>
              <a:rPr lang="en-IN" sz="2400" dirty="0" smtClean="0">
                <a:solidFill>
                  <a:schemeClr val="bg1"/>
                </a:solidFill>
              </a:rPr>
              <a:t>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New users register; returning users log in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Select age category: Kids, Teens, or Adults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Choose a subject to attempt the quiz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Instructions page shows quiz rules and </a:t>
            </a:r>
            <a:r>
              <a:rPr lang="en-IN" sz="2400" dirty="0" smtClean="0">
                <a:solidFill>
                  <a:schemeClr val="bg1"/>
                </a:solidFill>
              </a:rPr>
              <a:t>timer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Quiz page displays 3 questions per page with a 2-minute timer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Submit answers to see the score and percentage instantly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Options to return to the main menu or retry the quiz.</a:t>
            </a:r>
            <a:endParaRPr lang="en-IN" sz="2400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55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5790" y="362263"/>
            <a:ext cx="10789920" cy="846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900" b="1" dirty="0" smtClean="0">
                <a:solidFill>
                  <a:schemeClr val="bg1"/>
                </a:solidFill>
                <a:latin typeface="+mj-lt"/>
              </a:rPr>
              <a:t>Future Enhancement</a:t>
            </a:r>
            <a:endParaRPr lang="en-IN" sz="4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4380" y="1460109"/>
            <a:ext cx="1049274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Title:</a:t>
            </a:r>
            <a:r>
              <a:rPr lang="en-IN" sz="2400" dirty="0">
                <a:solidFill>
                  <a:schemeClr val="bg1"/>
                </a:solidFill>
              </a:rPr>
              <a:t> Future Enhancements for </a:t>
            </a:r>
            <a:r>
              <a:rPr lang="en-IN" sz="2400" i="1" dirty="0">
                <a:solidFill>
                  <a:schemeClr val="bg1"/>
                </a:solidFill>
              </a:rPr>
              <a:t>Test Yourself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Content </a:t>
            </a:r>
            <a:r>
              <a:rPr lang="en-IN" sz="2400" b="1" dirty="0" smtClean="0">
                <a:solidFill>
                  <a:schemeClr val="bg1"/>
                </a:solidFill>
              </a:rPr>
              <a:t>:</a:t>
            </a:r>
            <a:r>
              <a:rPr lang="en-IN" sz="2100" dirty="0">
                <a:solidFill>
                  <a:schemeClr val="bg1"/>
                </a:solidFill>
              </a:rPr>
              <a:t/>
            </a:r>
            <a:br>
              <a:rPr lang="en-IN" sz="2100" dirty="0">
                <a:solidFill>
                  <a:schemeClr val="bg1"/>
                </a:solidFill>
              </a:rPr>
            </a:br>
            <a:r>
              <a:rPr lang="en-IN" sz="2100" i="1" dirty="0">
                <a:solidFill>
                  <a:schemeClr val="bg1"/>
                </a:solidFill>
              </a:rPr>
              <a:t>The Test Yourself platform has been designed as a robust and interactive quiz website, but there is always room for improvement. Some of the potential future enhancements </a:t>
            </a:r>
            <a:r>
              <a:rPr lang="en-IN" sz="2100" i="1" dirty="0" smtClean="0">
                <a:solidFill>
                  <a:schemeClr val="bg1"/>
                </a:solidFill>
              </a:rPr>
              <a:t>include:</a:t>
            </a:r>
            <a:endParaRPr lang="en-IN" sz="21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Add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more subjects to increase variety in </a:t>
            </a: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quizzes.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ntroduce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difficulty levels: easy, medium, and </a:t>
            </a: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hard.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Implement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a leaderboard to track top </a:t>
            </a: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Mobile-friendly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design for smartphones and </a:t>
            </a:r>
            <a:r>
              <a:rPr lang="en-US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tablets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Allow users to track performance over time</a:t>
            </a:r>
            <a:r>
              <a:rPr lang="en-IN" sz="20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Include timed challenges for competitive quizzes</a:t>
            </a:r>
            <a:r>
              <a:rPr lang="en-IN" sz="20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Add multimedia questions with images or videos</a:t>
            </a:r>
            <a:r>
              <a:rPr lang="en-IN" sz="2000" dirty="0" smtClean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Enable social sharing of scores to motivate learning.</a:t>
            </a:r>
          </a:p>
          <a:p>
            <a:endParaRPr lang="en-US" altLang="en-US" b="1" dirty="0" smtClean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39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4806" y="24003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 smtClean="0">
                <a:solidFill>
                  <a:schemeClr val="bg1"/>
                </a:solidFill>
              </a:rPr>
              <a:t>Thank You</a:t>
            </a:r>
            <a:endParaRPr lang="en-IN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17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1429</TotalTime>
  <Words>535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Test Yourself online quiz website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Yourself online quiz website</dc:title>
  <dc:creator>Windows User</dc:creator>
  <cp:lastModifiedBy>Windows User</cp:lastModifiedBy>
  <cp:revision>12</cp:revision>
  <dcterms:created xsi:type="dcterms:W3CDTF">2025-08-25T18:59:43Z</dcterms:created>
  <dcterms:modified xsi:type="dcterms:W3CDTF">2025-08-26T18:49:35Z</dcterms:modified>
</cp:coreProperties>
</file>